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registers record the past. iProjectX is an intelligence layer over delivery. Do not claim SOC 2 / ISO certification — say readiness. Then walk the live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to 30 seconds. Promise a live walkthrough, not a feature dump. If time is short, skip 4 until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of these did you see last quarter? Pause. Then: iProjectX calculates health, explains the number, and puts the next action in front of the PMO.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one-sentence pitch: not another register — an intelligence layer over delivery, with enterprise tenancy.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demo, keep returning to this: change a milestone or a monthly actual and health, pulse, and explain all move. That is the ‘one truth’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 on every dimension. Pick one Amber project. Show score → band logic → the driver that pulled the colour. That is the ‘explainable RAG’ wow.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Explain twice in the live app. Silence after the popover opens — let them read the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Portfolio Pulse first (30 seconds), then Executive Cockpit heatmap, then one what-if on Intelligence. Do not open every widget.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cue: Timeline page, point at TODAY and a slipped bar, then Stage Gates table. One gate checklist if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finance stakeholders are in the room, open Financials Explain on Forecast, then FY Allocation. Mention invoice template now applies to issued invoices.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Red risk on the infographic RAID table, then Actions. Mention auto-escalation; do not configure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‘we are SOC 2 certified’. Say ‘designed for SOC 2 / ISO 27001 readiness’. Offer to show MFA enroll if a security person is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Pre-open: Pulse, one Amber project infographic, Financials, Timeline. Disable cartoons if they distract. Have a second user tab only if showing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if you cannot do a long live demo. Three cards max spoken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invent customer counts or certifications. These four numbers are product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one ask: EOI or a 2-week pilot on their portfolio extract. Offer to stay for security / BYOD questions. Thank them.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-1280160"/>
            <a:ext cx="5669280" cy="56692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 PLATFORM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governance, and control — on one truth.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project health  ·  Portfolio Pulse  ·  Explainable KPIs  ·  Stage-gate governance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MFA  ·  Optional SSO &amp; BYOD  ·  White-label  ·  In-house AI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demonstration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376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invited stakeholders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agenda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spend the next 30 minutes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first. Slides only set the frame.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91640"/>
            <a:ext cx="73152" cy="749808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6916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63040" y="169164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63440" y="1691640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register is not a PMO command center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11480" y="2532888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532888"/>
            <a:ext cx="73152" cy="749808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53288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63040" y="253288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63440" y="253288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Pulse, Explain, gates, finance, RAID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11480" y="3374136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" y="3374136"/>
            <a:ext cx="73152" cy="749808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374136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63040" y="337413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63440" y="3374136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→ project → financials → governance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11480" y="4215384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11480" y="4215384"/>
            <a:ext cx="73152" cy="749808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4215384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463040" y="421538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tenancy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663440" y="4215384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RLS, white-label, optional SSO / BYOD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11480" y="50566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11480" y="5056632"/>
            <a:ext cx="73152" cy="749808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5056632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463040" y="505663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663440" y="5056632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stand up next, and how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6" name="Text 32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record the past. Leaders need the next decision.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portfolios still run on decks, spreadsheets, and typed RAG.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theatre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4048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typed by hand while schedule, FAC, and risks tell another story.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5196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fly blind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80560" y="24048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packs are weeks old — no pulse, no drivers, no early warning.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16916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16916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18928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discovered late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40487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Overruns surface at year-end, with no explain trail.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skipped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080" y="45994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in email. Checklists optional. Evidence nowhere.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5196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4480560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in spreadsheets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480560" y="45994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actions, issues, decisions decoupled from delivery.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92440" y="38862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92440" y="388620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0" y="4087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control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321040" y="4599432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logins, no MFA, flat permissions, blurred tenants.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Text 3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static register to a live intelligence layer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delivery data. Different job.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874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3317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Manual RAG that disagrees with the numbers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9900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 decks assembled the night before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64845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Forecast variance with no drivers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430682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Talent double-booked across programs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49651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copilots that leak portfolio data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55080" y="169164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1874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iPROJECTX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23317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Calculated health across eight dimensions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29900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Portfolio Pulse — week-over-week change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83680" y="364845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Explain This on RAG, forecast, and spend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0" y="430682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Governed gates with checklist evidence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83680" y="49651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In-house AI on live org data by default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5" name="Text 2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product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model. No sync jobs. No drift.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share schedule, finance, RAID, resources, and benefits — Agile and Waterfall on the same spine.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73736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93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Pulse, Cockpit, Executive Intelligence, In-house AI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73736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993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8056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programs, infographic, demand, scenarios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173736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19933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321040" y="248716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stage gates, work, resources, timesheets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88620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1422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008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cashflow, FY, phase spend, EVM, benefits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88620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7" name="Text 24"/>
          <p:cNvSpPr/>
          <p:nvPr/>
        </p:nvSpPr>
        <p:spPr>
          <a:xfrm>
            <a:off x="4480560" y="41422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48056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RAID, decisions, reports, audit evidence packs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92440" y="3886200"/>
            <a:ext cx="73152" cy="196596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0" y="41422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321040" y="463600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roles, white-label, optional SSO / BYOD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Text 3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Engine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calculated — not typed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 score. RAG bands: Green ≥ 80  ·  Amber 65–79  ·  Red below 65.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6072" y="2258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overall health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56432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56432" y="2258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overall health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36792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6792" y="2258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overall health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052560" y="16916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17152" y="18562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217152" y="22585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overall health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" y="29260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6072" y="3090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6072" y="3493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overall health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91840" y="29260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456432" y="3090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56432" y="3493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overall health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72200" y="29260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36792" y="3090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36792" y="3493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overall health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052560" y="29260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217152" y="3090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217152" y="3493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overall health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11480" y="42976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main drivers  ·  early warnings (delay / cost impact)  ·  30-day predictive outlook  ·  Explain on every RAG chip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" y="4754880"/>
            <a:ext cx="11338560" cy="1554480"/>
          </a:xfrm>
          <a:prstGeom prst="roundRect">
            <a:avLst>
              <a:gd name="adj" fmla="val 470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CUE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0080" y="519379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project infographic → Project Health Engine. Click Explain on overall RAG and on Financial. Show a Red/Amber driver, then the 30-day forecast.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9" name="Text 35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KPIs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number can defend itself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Explain control on money KPIs and on RAG status.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737360"/>
            <a:ext cx="73152" cy="30632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385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Explain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2651760"/>
            <a:ext cx="32461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incurred, remaining, benefits — FAC vs approved funding, monthly plan vs actual, vendor and FTE drivers.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173736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737360"/>
            <a:ext cx="73152" cy="30632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9385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Explain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80560" y="2651760"/>
            <a:ext cx="32461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band logic, dimension weights, the drivers that pulled Green / Amber / Red, and the 30-day outlook.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73736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1737360"/>
            <a:ext cx="73152" cy="30632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19385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321040" y="2651760"/>
            <a:ext cx="32461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no longer asks ‘why is this Amber?’ in a side email. The answer is on the chip.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1480" y="5029200"/>
            <a:ext cx="11338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CUE   Financials page → Forecast KPI → Explain. Then any RAG chip on Cockpit or Infographic.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4" name="Text 20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views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for this week. Intelligence for the next decision.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" y="160020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health across Financial, Delivery, Resources, Risk, Benefits, and Dependencies. Week-over-week digest: what deteriorated, improved, or became overdue.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Area RAG with Explain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Trend vs last snapshot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Digest leaders can act on this week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60020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46520" y="22402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delay cascades, capacity gaps, funding scenarios, dependency criticality, investment ranking, and benefits realisation — on live portfolio data.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Delay cascade on a seed project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46520" y="4160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Funding what-if vs ranked demand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46520" y="4617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Benefits RAG vs target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governance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project. Every gate. One horizon.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FY-aware timeline plus approvals that leave evidence.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69164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189280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Timeline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2377440"/>
            <a:ext cx="5166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with stage-gate diamonds, TODAY line, planned vs actual, slip badges. View by portfolio, program, health, sponsor.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9164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89280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 governance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19672" y="2377440"/>
            <a:ext cx="5166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checklists. Hold / reject / pass is auditable. Current and next gate sit next to project RAG.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88620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408736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+ Waterfall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" y="4572000"/>
            <a:ext cx="5166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velocity, and burndown on the same spine as gates and milestones — one method catalog per org.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388620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886200"/>
            <a:ext cx="73152" cy="201168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08736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19672" y="4572000"/>
            <a:ext cx="5166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graph with criticality and needed-by dates — feeds health and executive what-ifs.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year, phase, and value — with an explain trail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on the invoice is the commercial fact. The template is the document chrome.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" y="1965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financials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2648" y="248716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forecast / actual by month. Variance that Explain can narrate.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53128" y="1965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allocation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3128" y="248716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forecast by financial year — cockpit-ready.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93608" y="1965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spend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93608" y="248716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 windows with spend vs budget per phase and stream.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&amp; benefits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2648" y="46360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plus promised vs realised value scored into health.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53128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benefit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53128" y="46360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 still visible after the project is live.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93608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GST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93608" y="4636008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template (logo, GST, layout) applies to existing invoices too.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9" name="Text 25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&amp; operating rhythm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Actions, Issues, Decisions — one governed spine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project, the gate, and the status update — not a side spreadsheet.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73736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933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" y="25420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overdue items escalate to PMs and admins.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73736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9933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digests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480560" y="25420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outbound alerts keep approvals and RAID moving.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173736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19933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&amp; forums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21040" y="25420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approver, and forum tagging on the record.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88620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1422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health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40080" y="469087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RAID pressure is a first-class Health Engine input.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88620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4"/>
          <p:cNvSpPr/>
          <p:nvPr/>
        </p:nvSpPr>
        <p:spPr>
          <a:xfrm>
            <a:off x="4480560" y="41422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480560" y="469087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holds stay auditable for the board pack.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92440" y="3886200"/>
            <a:ext cx="73152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0" y="41422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8321040" y="469087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heatmaps plus approved timesheet actuals.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Text 3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portfolio. Still deliver the intelligence.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SOC 2 and ISO 27001 readiness — without overstating certification status.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every user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12064" y="2514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authenticator required. Existing factors challenge; leftover enrollments are cleaned up.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38144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SSO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38144" y="2514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Per-organisation SAML when the plan provisions it.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64224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tenancy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64224" y="2514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isolates every organisation. Page ACL and project visibility on top.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0" y="16916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90304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BYOD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90304" y="2514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registers on your PostgREST-compatible database. Auth stays on iProjectX.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12064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2064" y="47548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palette, auth experience, and themes per organisation.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9184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438144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AI default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438144" y="47548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in the org session. Approved Open AI only if the org requests it.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64224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64224" y="47548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IP / CIDR allowlists per organisation.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144000" y="393192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290304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packs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290304" y="47548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 log, security events, one-click Excel evidence.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Text 31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click-path (12–15 minutes)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1133856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this path unless a question pulls you aside.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70078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00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162763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0" y="16276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 →  MFA challenge  →  workspace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340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6771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26771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 — this week’s movement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980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29077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83280" y="290779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heatmap, dimension RAG, Explain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362102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54787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383280" y="354787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 + Health Engine + RAID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7200" y="426110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2611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97280" y="418795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418795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Explain on Forecast / remaining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57200" y="490118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901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97280" y="482803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383280" y="48280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TODAY line + a slipped gate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57200" y="5541264"/>
            <a:ext cx="438912" cy="43891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5541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97280" y="546811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383280" y="546811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/ landing (if execs) or skip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9" name="Text 35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828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iProjectX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remember after the room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" y="1600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600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" y="1801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Calculated, not decorated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2648" y="2514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Pulse are engine output. RAG is explained with band logic and drivers.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1600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600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801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53128" y="2514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and Waterfall, finance and RAID, on one model — no overnight sync.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92440" y="1600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92440" y="1600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18" name="Text 15"/>
          <p:cNvSpPr/>
          <p:nvPr/>
        </p:nvSpPr>
        <p:spPr>
          <a:xfrm>
            <a:off x="8293608" y="1801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tenancy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93608" y="2514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all, RLS, optional SSO, IP allowlists, optional BYOD residency.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886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3886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" y="4087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your data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" y="4800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shell. In-house AI by default. Open AI only on request.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251960" y="3886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51960" y="3886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6" name="Text 23"/>
          <p:cNvSpPr/>
          <p:nvPr/>
        </p:nvSpPr>
        <p:spPr>
          <a:xfrm>
            <a:off x="4453128" y="4087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board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453128" y="4800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Cockpit, reports, downloadable pages, invoice documents from one template.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92440" y="38862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16200000">
              <a:srgbClr val="0F1B3D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92440" y="3886200"/>
            <a:ext cx="73152" cy="210312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30" name="Text 27"/>
          <p:cNvSpPr/>
          <p:nvPr/>
        </p:nvSpPr>
        <p:spPr>
          <a:xfrm>
            <a:off x="8293608" y="40873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this quarter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93608" y="4800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Excel-native import, demand from Jira, evidence packs — not a 18-month programme.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4" name="Text 30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dimensions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9202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8328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areas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MFA-enforced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19202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23544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· Agile &amp; Waterfall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≥ 80   ·   Amber 65–79   ·   Red below 65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AI by default  ·  Approved Open AI only if the organisation requests it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portfolio into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advantage.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ready. Multi-tenant and MFA-enforced. Optional SSO and BYOD.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calculated health, Portfolio Pulse, explainable KPIs, and executive intelligence — not another spreadsheet register.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3B6FA0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97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of Interest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scoped pilot workspace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4297680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www.iprojectx.com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for the live workspace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565392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Platform  ·  Confidential — demo use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6565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iProjectX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iProjectX — Portfolio Intelligence Platform</dc:title>
  <dc:subject>Executive product demonstration</dc:subject>
  <dc:creator>iProjectX</dc:creator>
  <cp:lastModifiedBy>iProjectX</cp:lastModifiedBy>
  <cp:revision>1</cp:revision>
  <dcterms:created xsi:type="dcterms:W3CDTF">2026-08-15T23:16:58Z</dcterms:created>
  <dcterms:modified xsi:type="dcterms:W3CDTF">2026-08-15T23:16:58Z</dcterms:modified>
</cp:coreProperties>
</file>